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Comparacion de Landing Page con CSS y Sass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Nombre: LENOVO</a:t>
            </a:r>
          </a:p>
          <a:p>
            <a:r>
              <a:t>Curso: Desarrollo Web</a:t>
            </a:r>
          </a:p>
          <a:p>
            <a:r>
              <a:t>Docente: [Nombre del Docente]</a:t>
            </a:r>
          </a:p>
          <a:p>
            <a:r>
              <a:t>Fecha: 30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 se desarrollo:</a:t>
            </a:r>
          </a:p>
          <a:p>
            <a:pPr lvl="1"/>
            <a:r>
              <a:t>Una Landing Page ('MichiCafe') en dos versiones.</a:t>
            </a:r>
          </a:p>
          <a:p>
            <a:r>
              <a:t>Que se busca comparar:</a:t>
            </a:r>
          </a:p>
          <a:p>
            <a:pPr lvl="1"/>
            <a:r>
              <a:t>Las diferencias entre usar CSS tradicional y Sass/SCSS.</a:t>
            </a:r>
          </a:p>
          <a:p>
            <a:pPr lvl="1"/>
            <a:r>
              <a:t>Organizacion, facilidad de mantenimiento y modularidad.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Landing Page Desarrollada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Breve descripcion:</a:t>
            </a:r>
          </a:p>
          <a:p>
            <a:pPr lvl="1"/>
            <a:r>
              <a:t>Santuario y Cafe de especialidad de gatos.</a:t>
            </a:r>
          </a:p>
          <a:p>
            <a:r>
              <a:t>Secciones implementadas:</a:t>
            </a:r>
          </a:p>
          <a:p>
            <a:pPr lvl="1"/>
            <a:r>
              <a:t>Header (Menu), Hero, Pasos/Como funciona, Menu de Especialidades, Mascotas/Michis del mes, Footer.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con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Estructura del proyecto:</a:t>
            </a:r>
          </a:p>
          <a:p>
            <a:pPr lvl="1"/>
            <a:r>
              <a:t>Carpeta 'landing-css' con HTML y estilos CSS en la carpeta 'css'.</a:t>
            </a:r>
          </a:p>
          <a:p>
            <a:r>
              <a:t>Organizacion de estilos:</a:t>
            </a:r>
          </a:p>
          <a:p>
            <a:pPr lvl="1"/>
            <a:r>
              <a:t>Uso de estilos tradicionales (Tailwind CDN / CSS utilitario) y algunos archivos .css.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con Sass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Estructura SCSS:</a:t>
            </a:r>
          </a:p>
          <a:p>
            <a:pPr lvl="1"/>
            <a:r>
              <a:t>Carpeta 'landing-sass' y subcarpeta 'scss'.</a:t>
            </a:r>
          </a:p>
          <a:p>
            <a:r>
              <a:t>Implementaciones:</a:t>
            </a:r>
          </a:p>
          <a:p>
            <a:pPr lvl="1"/>
            <a:r>
              <a:t>Variables (colores y tipografias).</a:t>
            </a:r>
          </a:p>
          <a:p>
            <a:pPr lvl="1"/>
            <a:r>
              <a:t>Partials (carpetas abstracts, base, components, layout).</a:t>
            </a:r>
          </a:p>
          <a:p>
            <a:pPr lvl="1"/>
            <a:r>
              <a:t>Mixins (ej. flex-center, transition).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Comparacion de Codigo (Boton)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CSS Tradicional:</a:t>
            </a:r>
          </a:p>
          <a:p>
            <a:pPr lvl="1"/>
            <a:r>
              <a:t>.btn { background-color: #c86d51; color: white; padding: 10px 20px; transition: all 0.3s ease; }</a:t>
            </a:r>
          </a:p>
          <a:p>
            <a:pPr lvl="1"/>
            <a:r>
              <a:t>.btn:hover { background-color: #a24f36; }</a:t>
            </a:r>
          </a:p>
          <a:p>
            <a:r>
              <a:t>Sass:</a:t>
            </a:r>
          </a:p>
          <a:p>
            <a:pPr lvl="1"/>
            <a:r>
              <a:t>.btn { background-color: \-principal; color: white; padding: 10px 20px; @include transition(); &amp;:hover { background-color: darken(\-principal, 10%); }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Comparacion Tecnica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Organizacion:</a:t>
            </a:r>
          </a:p>
          <a:p>
            <a:pPr lvl="1"/>
            <a:r>
              <a:t>CSS: Basica | Sass: Modular y limpia.</a:t>
            </a:r>
          </a:p>
          <a:p>
            <a:r>
              <a:t>Reutilizacion:</a:t>
            </a:r>
          </a:p>
          <a:p>
            <a:pPr lvl="1"/>
            <a:r>
              <a:t>CSS: Baja (Repeticion) | Sass: Alta (Mixins, Extends).</a:t>
            </a:r>
          </a:p>
          <a:p>
            <a:r>
              <a:t>Mantenimiento:</a:t>
            </a:r>
          </a:p>
          <a:p>
            <a:pPr lvl="1"/>
            <a:r>
              <a:t>CSS: Complejo y propenso a errores | Sass: Facil y escalable.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y Desventajas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Ventajas Sass:</a:t>
            </a:r>
          </a:p>
          <a:p>
            <a:pPr lvl="1"/>
            <a:r>
              <a:t>Codigo DRY (Don't Repeat Yourself), segmentacion logica.</a:t>
            </a:r>
          </a:p>
          <a:p>
            <a:r>
              <a:t>Desventajas Sass:</a:t>
            </a:r>
          </a:p>
          <a:p>
            <a:pPr lvl="1"/>
            <a:r>
              <a:t>Requiere Node/Python u otra herramienta para compilar.</a:t>
            </a:r>
          </a:p>
          <a:p>
            <a:r>
              <a:t>Desventajas CSS:</a:t>
            </a:r>
          </a:p>
          <a:p>
            <a:pPr lvl="1"/>
            <a:r>
              <a:t>Archivos inmensos, dificil de actualizar colores/temas.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Evaluacion Personal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 utilizaria?</a:t>
            </a:r>
          </a:p>
          <a:p>
            <a:pPr lvl="1"/>
            <a:r>
              <a:t>Definitivamente utilizaria Sass (o frameworks modernos como Tailwind que aplican conceptos similares).</a:t>
            </a:r>
          </a:p>
          <a:p>
            <a:r>
              <a:t>En que tipo de proyecto?</a:t>
            </a:r>
          </a:p>
          <a:p>
            <a:pPr lvl="1"/>
            <a:r>
              <a:t>En proyectos de mediano y gran tamano.</a:t>
            </a:r>
          </a:p>
          <a:p>
            <a:r>
              <a:t>Por que?</a:t>
            </a:r>
          </a:p>
          <a:p>
            <a:pPr lvl="1"/>
            <a:r>
              <a:t>La escalabilidad. A medida que el proyecto crece, mantener el diseno con CSS tradicional es insostenible sin variables y modularidad.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Sass optimiza significativamente el tiempo de desarrollo a largo plazo.</a:t>
            </a:r>
          </a:p>
          <a:p>
            <a:r>
              <a:t>2. La arquitectura 7-1 (partials) permite un orden mental y logico en el codigo.</a:t>
            </a:r>
          </a:p>
          <a:p>
            <a:r>
              <a:t>3. Entender CSS sigue siendo vital, pero los preprocesadores son una herramienta indispensable hoy en dia.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